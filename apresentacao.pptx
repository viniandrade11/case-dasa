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1" r:id="rId5"/>
    <p:sldId id="264" r:id="rId6"/>
    <p:sldId id="262" r:id="rId7"/>
    <p:sldId id="263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D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AF510-05BD-4C8F-B311-551965E51313}" v="27" dt="2025-07-06T22:34:30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icius Ferreira Andrade" userId="e8718b51-6d56-41fe-b5b4-d516f6028404" providerId="ADAL" clId="{356AF510-05BD-4C8F-B311-551965E51313}"/>
    <pc:docChg chg="undo redo custSel addSld delSld modSld">
      <pc:chgData name="Vinicius Ferreira Andrade" userId="e8718b51-6d56-41fe-b5b4-d516f6028404" providerId="ADAL" clId="{356AF510-05BD-4C8F-B311-551965E51313}" dt="2025-07-06T22:48:41.583" v="1832" actId="2710"/>
      <pc:docMkLst>
        <pc:docMk/>
      </pc:docMkLst>
      <pc:sldChg chg="modSp mod setBg">
        <pc:chgData name="Vinicius Ferreira Andrade" userId="e8718b51-6d56-41fe-b5b4-d516f6028404" providerId="ADAL" clId="{356AF510-05BD-4C8F-B311-551965E51313}" dt="2025-07-06T22:44:33.113" v="1500" actId="1037"/>
        <pc:sldMkLst>
          <pc:docMk/>
          <pc:sldMk cId="590740113" sldId="256"/>
        </pc:sldMkLst>
        <pc:spChg chg="mod">
          <ac:chgData name="Vinicius Ferreira Andrade" userId="e8718b51-6d56-41fe-b5b4-d516f6028404" providerId="ADAL" clId="{356AF510-05BD-4C8F-B311-551965E51313}" dt="2025-07-06T22:44:33.113" v="1500" actId="1037"/>
          <ac:spMkLst>
            <pc:docMk/>
            <pc:sldMk cId="590740113" sldId="256"/>
            <ac:spMk id="2" creationId="{C64452F4-FF6E-0BE9-D0FD-597D610019BE}"/>
          </ac:spMkLst>
        </pc:spChg>
      </pc:sldChg>
      <pc:sldChg chg="addSp delSp modSp mod setBg">
        <pc:chgData name="Vinicius Ferreira Andrade" userId="e8718b51-6d56-41fe-b5b4-d516f6028404" providerId="ADAL" clId="{356AF510-05BD-4C8F-B311-551965E51313}" dt="2025-07-06T22:48:41.583" v="1832" actId="2710"/>
        <pc:sldMkLst>
          <pc:docMk/>
          <pc:sldMk cId="1005499301" sldId="257"/>
        </pc:sldMkLst>
        <pc:spChg chg="mod">
          <ac:chgData name="Vinicius Ferreira Andrade" userId="e8718b51-6d56-41fe-b5b4-d516f6028404" providerId="ADAL" clId="{356AF510-05BD-4C8F-B311-551965E51313}" dt="2025-07-06T22:45:51.940" v="1566" actId="20577"/>
          <ac:spMkLst>
            <pc:docMk/>
            <pc:sldMk cId="1005499301" sldId="257"/>
            <ac:spMk id="2" creationId="{9C84AE1C-1FC7-5A20-6A89-979F556B2BF3}"/>
          </ac:spMkLst>
        </pc:spChg>
        <pc:spChg chg="mod">
          <ac:chgData name="Vinicius Ferreira Andrade" userId="e8718b51-6d56-41fe-b5b4-d516f6028404" providerId="ADAL" clId="{356AF510-05BD-4C8F-B311-551965E51313}" dt="2025-07-06T22:48:41.583" v="1832" actId="2710"/>
          <ac:spMkLst>
            <pc:docMk/>
            <pc:sldMk cId="1005499301" sldId="257"/>
            <ac:spMk id="3" creationId="{86595D00-013C-1BE4-59E0-43C54484B148}"/>
          </ac:spMkLst>
        </pc:spChg>
        <pc:picChg chg="add del mod">
          <ac:chgData name="Vinicius Ferreira Andrade" userId="e8718b51-6d56-41fe-b5b4-d516f6028404" providerId="ADAL" clId="{356AF510-05BD-4C8F-B311-551965E51313}" dt="2025-07-06T22:45:28.535" v="1520" actId="478"/>
          <ac:picMkLst>
            <pc:docMk/>
            <pc:sldMk cId="1005499301" sldId="257"/>
            <ac:picMk id="5" creationId="{05CE4A00-584A-3BA9-4B51-14EE6E4025F2}"/>
          </ac:picMkLst>
        </pc:picChg>
      </pc:sldChg>
      <pc:sldChg chg="addSp delSp modSp mod">
        <pc:chgData name="Vinicius Ferreira Andrade" userId="e8718b51-6d56-41fe-b5b4-d516f6028404" providerId="ADAL" clId="{356AF510-05BD-4C8F-B311-551965E51313}" dt="2025-07-06T22:38:27.644" v="1265" actId="1035"/>
        <pc:sldMkLst>
          <pc:docMk/>
          <pc:sldMk cId="3501874759" sldId="261"/>
        </pc:sldMkLst>
        <pc:spChg chg="mod">
          <ac:chgData name="Vinicius Ferreira Andrade" userId="e8718b51-6d56-41fe-b5b4-d516f6028404" providerId="ADAL" clId="{356AF510-05BD-4C8F-B311-551965E51313}" dt="2025-07-06T22:37:20.405" v="1237" actId="1076"/>
          <ac:spMkLst>
            <pc:docMk/>
            <pc:sldMk cId="3501874759" sldId="261"/>
            <ac:spMk id="2" creationId="{E8B9FF80-46C1-BECB-906C-AADBD2C88B3E}"/>
          </ac:spMkLst>
        </pc:spChg>
        <pc:spChg chg="mod">
          <ac:chgData name="Vinicius Ferreira Andrade" userId="e8718b51-6d56-41fe-b5b4-d516f6028404" providerId="ADAL" clId="{356AF510-05BD-4C8F-B311-551965E51313}" dt="2025-07-06T22:37:50.432" v="1250" actId="20577"/>
          <ac:spMkLst>
            <pc:docMk/>
            <pc:sldMk cId="3501874759" sldId="261"/>
            <ac:spMk id="3" creationId="{3F43F907-FC05-931B-42CA-B78B8515827F}"/>
          </ac:spMkLst>
        </pc:spChg>
        <pc:picChg chg="add del mod">
          <ac:chgData name="Vinicius Ferreira Andrade" userId="e8718b51-6d56-41fe-b5b4-d516f6028404" providerId="ADAL" clId="{356AF510-05BD-4C8F-B311-551965E51313}" dt="2025-07-06T21:52:02.860" v="76" actId="478"/>
          <ac:picMkLst>
            <pc:docMk/>
            <pc:sldMk cId="3501874759" sldId="261"/>
            <ac:picMk id="5" creationId="{A7798E44-2E7E-1A7C-BEA8-EF00B98881F3}"/>
          </ac:picMkLst>
        </pc:picChg>
        <pc:picChg chg="mod modCrop">
          <ac:chgData name="Vinicius Ferreira Andrade" userId="e8718b51-6d56-41fe-b5b4-d516f6028404" providerId="ADAL" clId="{356AF510-05BD-4C8F-B311-551965E51313}" dt="2025-07-06T22:38:19.428" v="1258" actId="1037"/>
          <ac:picMkLst>
            <pc:docMk/>
            <pc:sldMk cId="3501874759" sldId="261"/>
            <ac:picMk id="7" creationId="{7F76225C-CF09-2193-7E91-5255A80E65B7}"/>
          </ac:picMkLst>
        </pc:picChg>
        <pc:picChg chg="add mod modCrop">
          <ac:chgData name="Vinicius Ferreira Andrade" userId="e8718b51-6d56-41fe-b5b4-d516f6028404" providerId="ADAL" clId="{356AF510-05BD-4C8F-B311-551965E51313}" dt="2025-07-06T22:38:27.644" v="1265" actId="1035"/>
          <ac:picMkLst>
            <pc:docMk/>
            <pc:sldMk cId="3501874759" sldId="261"/>
            <ac:picMk id="8" creationId="{79176F67-D8BC-8077-5342-B18BFB6A7961}"/>
          </ac:picMkLst>
        </pc:picChg>
      </pc:sldChg>
      <pc:sldChg chg="addSp delSp modSp mod">
        <pc:chgData name="Vinicius Ferreira Andrade" userId="e8718b51-6d56-41fe-b5b4-d516f6028404" providerId="ADAL" clId="{356AF510-05BD-4C8F-B311-551965E51313}" dt="2025-07-06T22:44:19.825" v="1490" actId="1038"/>
        <pc:sldMkLst>
          <pc:docMk/>
          <pc:sldMk cId="692399789" sldId="262"/>
        </pc:sldMkLst>
        <pc:spChg chg="mod">
          <ac:chgData name="Vinicius Ferreira Andrade" userId="e8718b51-6d56-41fe-b5b4-d516f6028404" providerId="ADAL" clId="{356AF510-05BD-4C8F-B311-551965E51313}" dt="2025-07-06T22:44:19.825" v="1490" actId="1038"/>
          <ac:spMkLst>
            <pc:docMk/>
            <pc:sldMk cId="692399789" sldId="262"/>
            <ac:spMk id="2" creationId="{DD6CDD84-4CC6-8F94-772E-A4480A056218}"/>
          </ac:spMkLst>
        </pc:spChg>
        <pc:spChg chg="mod">
          <ac:chgData name="Vinicius Ferreira Andrade" userId="e8718b51-6d56-41fe-b5b4-d516f6028404" providerId="ADAL" clId="{356AF510-05BD-4C8F-B311-551965E51313}" dt="2025-07-06T22:44:19.825" v="1490" actId="1038"/>
          <ac:spMkLst>
            <pc:docMk/>
            <pc:sldMk cId="692399789" sldId="262"/>
            <ac:spMk id="3" creationId="{8B44C609-DEBF-89EB-8ED5-7205D00A8F18}"/>
          </ac:spMkLst>
        </pc:spChg>
        <pc:picChg chg="add del mod">
          <ac:chgData name="Vinicius Ferreira Andrade" userId="e8718b51-6d56-41fe-b5b4-d516f6028404" providerId="ADAL" clId="{356AF510-05BD-4C8F-B311-551965E51313}" dt="2025-07-06T22:11:44.243" v="731" actId="478"/>
          <ac:picMkLst>
            <pc:docMk/>
            <pc:sldMk cId="692399789" sldId="262"/>
            <ac:picMk id="5" creationId="{32D8CEB0-59F9-5CA6-BD45-9ED5F10631A2}"/>
          </ac:picMkLst>
        </pc:picChg>
        <pc:picChg chg="add mod">
          <ac:chgData name="Vinicius Ferreira Andrade" userId="e8718b51-6d56-41fe-b5b4-d516f6028404" providerId="ADAL" clId="{356AF510-05BD-4C8F-B311-551965E51313}" dt="2025-07-06T22:42:26.775" v="1435" actId="1036"/>
          <ac:picMkLst>
            <pc:docMk/>
            <pc:sldMk cId="692399789" sldId="262"/>
            <ac:picMk id="7" creationId="{D8745F46-E91D-89A1-BA8D-03C72685549A}"/>
          </ac:picMkLst>
        </pc:picChg>
        <pc:picChg chg="add mod">
          <ac:chgData name="Vinicius Ferreira Andrade" userId="e8718b51-6d56-41fe-b5b4-d516f6028404" providerId="ADAL" clId="{356AF510-05BD-4C8F-B311-551965E51313}" dt="2025-07-06T22:42:16.636" v="1428" actId="1037"/>
          <ac:picMkLst>
            <pc:docMk/>
            <pc:sldMk cId="692399789" sldId="262"/>
            <ac:picMk id="9" creationId="{5BF6E1D7-740C-077B-0394-D8F20A59A900}"/>
          </ac:picMkLst>
        </pc:picChg>
        <pc:picChg chg="add mod modCrop">
          <ac:chgData name="Vinicius Ferreira Andrade" userId="e8718b51-6d56-41fe-b5b4-d516f6028404" providerId="ADAL" clId="{356AF510-05BD-4C8F-B311-551965E51313}" dt="2025-07-06T22:42:12.447" v="1426" actId="732"/>
          <ac:picMkLst>
            <pc:docMk/>
            <pc:sldMk cId="692399789" sldId="262"/>
            <ac:picMk id="11" creationId="{7B72CF06-C2FA-6F66-D249-8C1960D63D75}"/>
          </ac:picMkLst>
        </pc:picChg>
      </pc:sldChg>
      <pc:sldChg chg="modSp mod">
        <pc:chgData name="Vinicius Ferreira Andrade" userId="e8718b51-6d56-41fe-b5b4-d516f6028404" providerId="ADAL" clId="{356AF510-05BD-4C8F-B311-551965E51313}" dt="2025-07-06T22:43:58.192" v="1471" actId="1076"/>
        <pc:sldMkLst>
          <pc:docMk/>
          <pc:sldMk cId="2443651739" sldId="263"/>
        </pc:sldMkLst>
        <pc:spChg chg="mod">
          <ac:chgData name="Vinicius Ferreira Andrade" userId="e8718b51-6d56-41fe-b5b4-d516f6028404" providerId="ADAL" clId="{356AF510-05BD-4C8F-B311-551965E51313}" dt="2025-07-06T22:43:58.192" v="1471" actId="1076"/>
          <ac:spMkLst>
            <pc:docMk/>
            <pc:sldMk cId="2443651739" sldId="263"/>
            <ac:spMk id="2" creationId="{B277FBA0-1291-C05D-02C5-D4474BCD1786}"/>
          </ac:spMkLst>
        </pc:spChg>
        <pc:spChg chg="mod">
          <ac:chgData name="Vinicius Ferreira Andrade" userId="e8718b51-6d56-41fe-b5b4-d516f6028404" providerId="ADAL" clId="{356AF510-05BD-4C8F-B311-551965E51313}" dt="2025-07-06T22:43:55.593" v="1470" actId="1076"/>
          <ac:spMkLst>
            <pc:docMk/>
            <pc:sldMk cId="2443651739" sldId="263"/>
            <ac:spMk id="3" creationId="{E0FAF833-A22E-3A8C-07ED-930740A77E32}"/>
          </ac:spMkLst>
        </pc:spChg>
      </pc:sldChg>
      <pc:sldChg chg="addSp delSp modSp add mod">
        <pc:chgData name="Vinicius Ferreira Andrade" userId="e8718b51-6d56-41fe-b5b4-d516f6028404" providerId="ADAL" clId="{356AF510-05BD-4C8F-B311-551965E51313}" dt="2025-07-06T22:44:13.928" v="1479" actId="1038"/>
        <pc:sldMkLst>
          <pc:docMk/>
          <pc:sldMk cId="2661520648" sldId="264"/>
        </pc:sldMkLst>
        <pc:spChg chg="mod">
          <ac:chgData name="Vinicius Ferreira Andrade" userId="e8718b51-6d56-41fe-b5b4-d516f6028404" providerId="ADAL" clId="{356AF510-05BD-4C8F-B311-551965E51313}" dt="2025-07-06T22:44:13.928" v="1479" actId="1038"/>
          <ac:spMkLst>
            <pc:docMk/>
            <pc:sldMk cId="2661520648" sldId="264"/>
            <ac:spMk id="2" creationId="{602AE92C-FDC0-8509-C283-8541C4E9B657}"/>
          </ac:spMkLst>
        </pc:spChg>
        <pc:spChg chg="mod">
          <ac:chgData name="Vinicius Ferreira Andrade" userId="e8718b51-6d56-41fe-b5b4-d516f6028404" providerId="ADAL" clId="{356AF510-05BD-4C8F-B311-551965E51313}" dt="2025-07-06T22:44:13.928" v="1479" actId="1038"/>
          <ac:spMkLst>
            <pc:docMk/>
            <pc:sldMk cId="2661520648" sldId="264"/>
            <ac:spMk id="3" creationId="{C9618B15-162E-F0C3-5DA8-1F3EF7C57797}"/>
          </ac:spMkLst>
        </pc:spChg>
        <pc:picChg chg="del">
          <ac:chgData name="Vinicius Ferreira Andrade" userId="e8718b51-6d56-41fe-b5b4-d516f6028404" providerId="ADAL" clId="{356AF510-05BD-4C8F-B311-551965E51313}" dt="2025-07-06T21:51:56.955" v="74" actId="478"/>
          <ac:picMkLst>
            <pc:docMk/>
            <pc:sldMk cId="2661520648" sldId="264"/>
            <ac:picMk id="5" creationId="{6355ADE1-F0F3-9CA4-DDFE-8E1C72268764}"/>
          </ac:picMkLst>
        </pc:picChg>
        <pc:picChg chg="add del mod">
          <ac:chgData name="Vinicius Ferreira Andrade" userId="e8718b51-6d56-41fe-b5b4-d516f6028404" providerId="ADAL" clId="{356AF510-05BD-4C8F-B311-551965E51313}" dt="2025-07-06T21:59:56.413" v="263" actId="478"/>
          <ac:picMkLst>
            <pc:docMk/>
            <pc:sldMk cId="2661520648" sldId="264"/>
            <ac:picMk id="6" creationId="{651A8939-3CA6-CA1A-075B-3B30C2427428}"/>
          </ac:picMkLst>
        </pc:picChg>
        <pc:picChg chg="del">
          <ac:chgData name="Vinicius Ferreira Andrade" userId="e8718b51-6d56-41fe-b5b4-d516f6028404" providerId="ADAL" clId="{356AF510-05BD-4C8F-B311-551965E51313}" dt="2025-07-06T21:57:48.970" v="138" actId="478"/>
          <ac:picMkLst>
            <pc:docMk/>
            <pc:sldMk cId="2661520648" sldId="264"/>
            <ac:picMk id="7" creationId="{8B87047E-2353-1928-FFAD-E632167ABCD9}"/>
          </ac:picMkLst>
        </pc:picChg>
        <pc:picChg chg="add mod">
          <ac:chgData name="Vinicius Ferreira Andrade" userId="e8718b51-6d56-41fe-b5b4-d516f6028404" providerId="ADAL" clId="{356AF510-05BD-4C8F-B311-551965E51313}" dt="2025-07-06T22:40:26.859" v="1330" actId="14100"/>
          <ac:picMkLst>
            <pc:docMk/>
            <pc:sldMk cId="2661520648" sldId="264"/>
            <ac:picMk id="9" creationId="{0CFCB4FB-FE06-4056-E50A-ED1C11B5EDCB}"/>
          </ac:picMkLst>
        </pc:picChg>
        <pc:picChg chg="add del mod">
          <ac:chgData name="Vinicius Ferreira Andrade" userId="e8718b51-6d56-41fe-b5b4-d516f6028404" providerId="ADAL" clId="{356AF510-05BD-4C8F-B311-551965E51313}" dt="2025-07-06T22:09:22.688" v="614" actId="478"/>
          <ac:picMkLst>
            <pc:docMk/>
            <pc:sldMk cId="2661520648" sldId="264"/>
            <ac:picMk id="11" creationId="{CF4957AE-E0A7-B7C7-A552-99731B2E6DD9}"/>
          </ac:picMkLst>
        </pc:picChg>
        <pc:picChg chg="add mod">
          <ac:chgData name="Vinicius Ferreira Andrade" userId="e8718b51-6d56-41fe-b5b4-d516f6028404" providerId="ADAL" clId="{356AF510-05BD-4C8F-B311-551965E51313}" dt="2025-07-06T22:40:22.219" v="1329" actId="1037"/>
          <ac:picMkLst>
            <pc:docMk/>
            <pc:sldMk cId="2661520648" sldId="264"/>
            <ac:picMk id="13" creationId="{F719EC82-11A3-3798-E16E-0FAE4A5A2A92}"/>
          </ac:picMkLst>
        </pc:picChg>
      </pc:sldChg>
      <pc:sldChg chg="add">
        <pc:chgData name="Vinicius Ferreira Andrade" userId="e8718b51-6d56-41fe-b5b4-d516f6028404" providerId="ADAL" clId="{356AF510-05BD-4C8F-B311-551965E51313}" dt="2025-07-06T22:45:24.220" v="1519" actId="2890"/>
        <pc:sldMkLst>
          <pc:docMk/>
          <pc:sldMk cId="3219955573" sldId="265"/>
        </pc:sldMkLst>
      </pc:sldChg>
      <pc:sldChg chg="new del">
        <pc:chgData name="Vinicius Ferreira Andrade" userId="e8718b51-6d56-41fe-b5b4-d516f6028404" providerId="ADAL" clId="{356AF510-05BD-4C8F-B311-551965E51313}" dt="2025-07-06T22:45:21.937" v="1518" actId="47"/>
        <pc:sldMkLst>
          <pc:docMk/>
          <pc:sldMk cId="4160787487" sldId="265"/>
        </pc:sldMkLst>
      </pc:sldChg>
    </pc:docChg>
  </pc:docChgLst>
  <pc:docChgLst>
    <pc:chgData name="Vinicius Ferreira Andrade" userId="e8718b51-6d56-41fe-b5b4-d516f6028404" providerId="ADAL" clId="{4E09E2FF-2FDE-4DCD-893C-10D2B168215E}"/>
    <pc:docChg chg="custSel modSld">
      <pc:chgData name="Vinicius Ferreira Andrade" userId="e8718b51-6d56-41fe-b5b4-d516f6028404" providerId="ADAL" clId="{4E09E2FF-2FDE-4DCD-893C-10D2B168215E}" dt="2025-07-06T21:32:56.045" v="58" actId="1076"/>
      <pc:docMkLst>
        <pc:docMk/>
      </pc:docMkLst>
      <pc:sldChg chg="addSp delSp modSp mod">
        <pc:chgData name="Vinicius Ferreira Andrade" userId="e8718b51-6d56-41fe-b5b4-d516f6028404" providerId="ADAL" clId="{4E09E2FF-2FDE-4DCD-893C-10D2B168215E}" dt="2025-07-06T21:32:56.045" v="58" actId="1076"/>
        <pc:sldMkLst>
          <pc:docMk/>
          <pc:sldMk cId="3501874759" sldId="261"/>
        </pc:sldMkLst>
        <pc:spChg chg="mod">
          <ac:chgData name="Vinicius Ferreira Andrade" userId="e8718b51-6d56-41fe-b5b4-d516f6028404" providerId="ADAL" clId="{4E09E2FF-2FDE-4DCD-893C-10D2B168215E}" dt="2025-07-06T21:32:56.045" v="58" actId="1076"/>
          <ac:spMkLst>
            <pc:docMk/>
            <pc:sldMk cId="3501874759" sldId="261"/>
            <ac:spMk id="3" creationId="{3F43F907-FC05-931B-42CA-B78B8515827F}"/>
          </ac:spMkLst>
        </pc:spChg>
        <pc:spChg chg="add del">
          <ac:chgData name="Vinicius Ferreira Andrade" userId="e8718b51-6d56-41fe-b5b4-d516f6028404" providerId="ADAL" clId="{4E09E2FF-2FDE-4DCD-893C-10D2B168215E}" dt="2025-07-06T21:32:08.692" v="2" actId="478"/>
          <ac:spMkLst>
            <pc:docMk/>
            <pc:sldMk cId="3501874759" sldId="261"/>
            <ac:spMk id="5" creationId="{5BF7FF8B-8E9D-2392-DC10-A288538F41BA}"/>
          </ac:spMkLst>
        </pc:spChg>
        <pc:picChg chg="add mod">
          <ac:chgData name="Vinicius Ferreira Andrade" userId="e8718b51-6d56-41fe-b5b4-d516f6028404" providerId="ADAL" clId="{4E09E2FF-2FDE-4DCD-893C-10D2B168215E}" dt="2025-07-06T21:32:53.849" v="57" actId="1076"/>
          <ac:picMkLst>
            <pc:docMk/>
            <pc:sldMk cId="3501874759" sldId="261"/>
            <ac:picMk id="7" creationId="{7F76225C-CF09-2193-7E91-5255A80E65B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71395-35F1-9163-F473-2776BF05F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04ACF1-AA28-26B7-BE3B-BBE94F979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6564DA-8DA3-5C75-E1A5-CD3E1B68F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A5A6D3-A095-00C3-1D71-B3D0FEF13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42125B-FBEA-FF20-37D4-21BC5684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34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9ED00-877C-0ABE-947C-37B8DBB5E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881868-2DBA-1315-9985-4276E6021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2865E4-0C36-335D-B98A-C5C75FA96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0B9CF6-4BBF-6DBD-8CFA-15CAD04A9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E52ACD-E27B-BB52-EBA3-CD4EDF90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473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F8C5E-DF0B-B27F-9D55-BE0F8D959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495871-DBE0-E21E-0071-3D1C876C4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624813-57BE-6F48-D8AC-1E917D3F2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992ABC-47D8-29A5-AF3C-82486A059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05D7E7-E883-7BBF-BD12-8A196AB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4839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99FE-9E09-C6EA-21AB-19F86C8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93ABC5-1BF0-5473-13F3-2F47B011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6B48C8-0450-17AC-888E-43BF9C567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AACA0A-FCF3-3177-167E-A456AA218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5AF7D8-F3D4-01AD-0194-2B73367E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7EAFB8-B7B8-BAC8-470E-3E21D5E1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2254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52E-6579-0291-0373-DE54F7F4F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FD1DC6-176B-1825-9A96-87D34D82D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4047EE-D788-2838-BCA0-150E75B1D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7F9249C-1DF3-ED3E-085A-80ABB6B86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D33E4A4-3FE1-7B94-8147-07B87843E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FA1B17-A607-1123-D40C-94ECBF2D2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4CE2620-3A41-C4A2-56C9-E4D3AAF4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80DBF3D-30AB-5484-2D8B-F09896E95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288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856892-EA4F-C935-08F4-D56D8A8B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3ADAA4-464D-C5FA-54CC-F59258060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3F3BF2-D4F7-B873-6B2B-0F6866EE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943C0DA-1715-E160-A6D6-23C1C055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8046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64A184F-96A8-CBBE-556A-EBD142EA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F77AC1-0017-8229-6B99-9827E5AE0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105891-04D5-F940-9509-86AF9E88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958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87B57-123D-B711-4D5A-B804A33F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D705F0-A7A2-57CD-2A7D-C1DDB51E3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B2D3D6-8E4C-B0F0-832B-3B25D1EDE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09F7EA-9AF0-FC87-0F98-58D26F7BD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C6C659-E089-5528-133B-8A50421F8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82717-D2AB-DA94-9C42-79851F76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174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4E648-0C7B-ADA2-FBAB-E9CCC1FF6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77F3C6C-4A4F-1C44-55C7-F4DDBE490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92D168-7DBE-47D9-2B62-F7E451708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2F4315-2E2E-0590-D907-3760AC53F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6BCFE9-A21B-3F45-0A9E-307342359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169F79-8EC7-8B60-C41F-85909B0A3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6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70D95-3D70-A0C7-CCA7-D4603C50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B83A20-4592-F25E-4EC4-5CE8FDC24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24C48B-EAA1-84C4-633B-D05250885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747B84-2195-39DE-37BE-FF0EEBD1D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B982F4-81B1-58AE-D7E5-E5B51CAE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298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F33EB6-BFD1-45A5-5FAB-0971C7E11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32D69D-C4C5-8709-3A08-54ADFEFFB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1872E4-D5BF-8F75-FD22-F2408E635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CB762D-418F-61EC-55E2-493C514FD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C90214-E149-29F3-AC96-7EFED4F19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71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2924DB-7B25-B2D5-FDC9-6D3DAACD5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0DB8BC-5F60-7839-4BC9-41FEDB772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EBF38B-F531-1F43-CAF2-289D722BB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9A51D-73E5-4C12-BF7E-070C226701FA}" type="datetimeFigureOut">
              <a:rPr lang="pt-BR" smtClean="0"/>
              <a:t>06/07/2025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8AD05C-BA08-0194-2FDB-585CDF222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2A3B6F-DF0D-713A-575D-604F7F3F5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16CE0-1E29-481B-B6B4-9DB447D397F7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D5809B7-8699-F2AF-4170-5A6E2E6389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048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892724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452F4-FF6E-0BE9-D0FD-597D61001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0070" y="1186542"/>
            <a:ext cx="9144000" cy="483325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t-BR" dirty="0">
                <a:latin typeface="Garamond" panose="02020404030301010803" pitchFamily="18" charset="0"/>
              </a:rPr>
              <a:t>CASE DASA</a:t>
            </a:r>
            <a:br>
              <a:rPr lang="pt-BR" dirty="0">
                <a:latin typeface="Garamond" panose="02020404030301010803" pitchFamily="18" charset="0"/>
              </a:rPr>
            </a:br>
            <a:r>
              <a:rPr lang="pt-BR" dirty="0">
                <a:latin typeface="Garamond" panose="02020404030301010803" pitchFamily="18" charset="0"/>
              </a:rPr>
              <a:t>ANALISTA DE DADOS SR</a:t>
            </a:r>
            <a:br>
              <a:rPr lang="pt-BR" dirty="0">
                <a:latin typeface="Garamond" panose="02020404030301010803" pitchFamily="18" charset="0"/>
              </a:rPr>
            </a:br>
            <a:br>
              <a:rPr lang="pt-BR" dirty="0">
                <a:latin typeface="Garamond" panose="02020404030301010803" pitchFamily="18" charset="0"/>
              </a:rPr>
            </a:br>
            <a:r>
              <a:rPr lang="pt-BR" sz="4000" dirty="0">
                <a:latin typeface="Garamond" panose="02020404030301010803" pitchFamily="18" charset="0"/>
              </a:rPr>
              <a:t>Vinicius Ferreira Andrade</a:t>
            </a:r>
          </a:p>
        </p:txBody>
      </p:sp>
    </p:spTree>
    <p:extLst>
      <p:ext uri="{BB962C8B-B14F-4D97-AF65-F5344CB8AC3E}">
        <p14:creationId xmlns:p14="http://schemas.microsoft.com/office/powerpoint/2010/main" val="59074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4AE1C-1FC7-5A20-6A89-979F556B2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Garamond" panose="02020404030301010803" pitchFamily="18" charset="0"/>
              </a:rPr>
              <a:t>Processo de tratamento e análise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595D00-013C-1BE4-59E0-43C54484B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399"/>
            <a:ext cx="10515600" cy="4119563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pt-BR" dirty="0">
                <a:latin typeface="Garamond" panose="02020404030301010803" pitchFamily="18" charset="0"/>
              </a:rPr>
              <a:t>Tratamento dos dados e identificação de inconsistências.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pt-BR" dirty="0">
                <a:latin typeface="Garamond" panose="02020404030301010803" pitchFamily="18" charset="0"/>
              </a:rPr>
              <a:t>Desenvolvimento glossário.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pt-BR" dirty="0">
                <a:latin typeface="Garamond" panose="02020404030301010803" pitchFamily="18" charset="0"/>
              </a:rPr>
              <a:t>Desenvolvimento tabelas fato e dimensão.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pt-BR" dirty="0">
                <a:latin typeface="Garamond" panose="02020404030301010803" pitchFamily="18" charset="0"/>
              </a:rPr>
              <a:t>Priorização dos aspectos a serem analisados.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pt-BR" dirty="0">
                <a:latin typeface="Garamond" panose="02020404030301010803" pitchFamily="18" charset="0"/>
              </a:rPr>
              <a:t>Desenvolvimento BI.</a:t>
            </a:r>
          </a:p>
        </p:txBody>
      </p:sp>
    </p:spTree>
    <p:extLst>
      <p:ext uri="{BB962C8B-B14F-4D97-AF65-F5344CB8AC3E}">
        <p14:creationId xmlns:p14="http://schemas.microsoft.com/office/powerpoint/2010/main" val="100549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3E52A-8638-A760-466F-ABE4F390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8A30E-F394-49E8-F5EA-9712D5966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Garamond" panose="02020404030301010803" pitchFamily="18" charset="0"/>
              </a:rPr>
              <a:t>Possível inconsistência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589624-5E18-C4AC-5E64-7AA751B68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399"/>
            <a:ext cx="10515600" cy="4119563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latin typeface="Garamond" panose="02020404030301010803" pitchFamily="18" charset="0"/>
              </a:rPr>
              <a:t>Exemplo: Gerente de RH classificado em outros departamentos.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C1ABE1-FBA9-2387-1D24-E81211186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10" y="2705022"/>
            <a:ext cx="10040751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55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8AE8D-2593-2F5D-D2A1-30312859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9FF80-46C1-BECB-906C-AADBD2C88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585" y="363459"/>
            <a:ext cx="10515600" cy="869497"/>
          </a:xfrm>
        </p:spPr>
        <p:txBody>
          <a:bodyPr/>
          <a:lstStyle/>
          <a:p>
            <a:r>
              <a:rPr lang="pt-BR" dirty="0">
                <a:latin typeface="Garamond" panose="02020404030301010803" pitchFamily="18" charset="0"/>
              </a:rPr>
              <a:t>Turnover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43F907-FC05-931B-42CA-B78B85158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585" y="1469572"/>
            <a:ext cx="9682844" cy="2241192"/>
          </a:xfrm>
        </p:spPr>
        <p:txBody>
          <a:bodyPr/>
          <a:lstStyle/>
          <a:p>
            <a:r>
              <a:rPr lang="pt-BR" dirty="0">
                <a:latin typeface="Garamond" panose="02020404030301010803" pitchFamily="18" charset="0"/>
              </a:rPr>
              <a:t>Turnover acumulado: 20,1%.</a:t>
            </a:r>
          </a:p>
          <a:p>
            <a:r>
              <a:rPr lang="pt-BR" dirty="0">
                <a:latin typeface="Garamond" panose="02020404030301010803" pitchFamily="18" charset="0"/>
              </a:rPr>
              <a:t>Turnover em 2024: 4,3%.</a:t>
            </a:r>
          </a:p>
          <a:p>
            <a:r>
              <a:rPr lang="pt-BR" dirty="0">
                <a:latin typeface="Garamond" panose="02020404030301010803" pitchFamily="18" charset="0"/>
              </a:rPr>
              <a:t>Média de tempo de contrato: 4 anos.</a:t>
            </a:r>
          </a:p>
          <a:p>
            <a:r>
              <a:rPr lang="pt-BR" dirty="0">
                <a:latin typeface="Garamond" panose="02020404030301010803" pitchFamily="18" charset="0"/>
              </a:rPr>
              <a:t>Turnover crescendo ao longo dos anos.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F76225C-CF09-2193-7E91-5255A80E65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1"/>
          <a:stretch>
            <a:fillRect/>
          </a:stretch>
        </p:blipFill>
        <p:spPr>
          <a:xfrm>
            <a:off x="30202" y="3955490"/>
            <a:ext cx="6103152" cy="240030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9176F67-D8BC-8077-5342-B18BFB6A79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9" t="2341"/>
          <a:stretch>
            <a:fillRect/>
          </a:stretch>
        </p:blipFill>
        <p:spPr>
          <a:xfrm>
            <a:off x="6096894" y="3915576"/>
            <a:ext cx="6103152" cy="240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87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93D09-1413-3E6C-6866-8BB712EEF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AE92C-FDC0-8509-C283-8541C4E9B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24" y="571282"/>
            <a:ext cx="10515600" cy="869497"/>
          </a:xfrm>
        </p:spPr>
        <p:txBody>
          <a:bodyPr/>
          <a:lstStyle/>
          <a:p>
            <a:r>
              <a:rPr lang="pt-BR" dirty="0">
                <a:latin typeface="Garamond" panose="02020404030301010803" pitchFamily="18" charset="0"/>
              </a:rPr>
              <a:t>Turnover: Análise possíveis causas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618B15-162E-F0C3-5DA8-1F3EF7C57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24" y="1687906"/>
            <a:ext cx="11689140" cy="2154341"/>
          </a:xfrm>
        </p:spPr>
        <p:txBody>
          <a:bodyPr>
            <a:normAutofit/>
          </a:bodyPr>
          <a:lstStyle/>
          <a:p>
            <a:r>
              <a:rPr lang="pt-BR" dirty="0">
                <a:latin typeface="Garamond" panose="02020404030301010803" pitchFamily="18" charset="0"/>
              </a:rPr>
              <a:t>Média banco de horas e hora extra elevadas.</a:t>
            </a:r>
          </a:p>
          <a:p>
            <a:r>
              <a:rPr lang="pt-BR" dirty="0">
                <a:latin typeface="Garamond" panose="02020404030301010803" pitchFamily="18" charset="0"/>
              </a:rPr>
              <a:t>Indicadores de ausência sem variação significativa.</a:t>
            </a:r>
          </a:p>
          <a:p>
            <a:r>
              <a:rPr lang="pt-BR" dirty="0">
                <a:latin typeface="Garamond" panose="02020404030301010803" pitchFamily="18" charset="0"/>
              </a:rPr>
              <a:t>Média banco de horas e hora extra sem variação significativa.</a:t>
            </a:r>
          </a:p>
          <a:p>
            <a:r>
              <a:rPr lang="pt-BR" dirty="0">
                <a:latin typeface="Garamond" panose="02020404030301010803" pitchFamily="18" charset="0"/>
              </a:rPr>
              <a:t>Média de salário sem variação significativa.</a:t>
            </a:r>
          </a:p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CFCB4FB-FE06-4056-E50A-ED1C11B5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9" y="4036209"/>
            <a:ext cx="6602817" cy="237915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719EC82-11A3-3798-E16E-0FAE4A5A2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306" y="4089374"/>
            <a:ext cx="5677795" cy="215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2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8E989-B30B-EC5C-6D47-3FC2EC574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CDD84-4CC6-8F94-772E-A4480A05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03" y="455996"/>
            <a:ext cx="10515600" cy="790193"/>
          </a:xfrm>
        </p:spPr>
        <p:txBody>
          <a:bodyPr/>
          <a:lstStyle/>
          <a:p>
            <a:r>
              <a:rPr lang="pt-BR" dirty="0">
                <a:latin typeface="Garamond" panose="02020404030301010803" pitchFamily="18" charset="0"/>
              </a:rPr>
              <a:t>Diversidade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44C609-DEBF-89EB-8ED5-7205D00A8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103" y="1515233"/>
            <a:ext cx="11203004" cy="1661662"/>
          </a:xfrm>
        </p:spPr>
        <p:txBody>
          <a:bodyPr/>
          <a:lstStyle/>
          <a:p>
            <a:r>
              <a:rPr lang="pt-BR" dirty="0">
                <a:latin typeface="Garamond" panose="02020404030301010803" pitchFamily="18" charset="0"/>
              </a:rPr>
              <a:t>48,4% do quadro é do gênero feminino.</a:t>
            </a:r>
          </a:p>
          <a:p>
            <a:r>
              <a:rPr lang="pt-BR" dirty="0">
                <a:latin typeface="Garamond" panose="02020404030301010803" pitchFamily="18" charset="0"/>
              </a:rPr>
              <a:t>49,2% da liderança é ocupada pelo gênero feminino.</a:t>
            </a:r>
          </a:p>
          <a:p>
            <a:r>
              <a:rPr lang="pt-BR" dirty="0">
                <a:latin typeface="Garamond" panose="02020404030301010803" pitchFamily="18" charset="0"/>
              </a:rPr>
              <a:t>Todos os gêneros recebem salários médios similares.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8745F46-E91D-89A1-BA8D-03C726855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5" y="3681105"/>
            <a:ext cx="3866918" cy="281538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BF6E1D7-740C-077B-0394-D8F20A59A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732" y="3691738"/>
            <a:ext cx="3912855" cy="278348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B72CF06-C2FA-6F66-D249-8C1960D63D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8"/>
          <a:stretch>
            <a:fillRect/>
          </a:stretch>
        </p:blipFill>
        <p:spPr>
          <a:xfrm>
            <a:off x="7716916" y="3702370"/>
            <a:ext cx="4435554" cy="277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99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08A7EB-8B55-7D34-3071-CC55F8C2F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7FBA0-1291-C05D-02C5-D4474BCD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3767"/>
            <a:ext cx="10515600" cy="1325563"/>
          </a:xfrm>
        </p:spPr>
        <p:txBody>
          <a:bodyPr/>
          <a:lstStyle/>
          <a:p>
            <a:r>
              <a:rPr lang="pt-BR" dirty="0">
                <a:latin typeface="Garamond" panose="02020404030301010803" pitchFamily="18" charset="0"/>
              </a:rPr>
              <a:t>Próximos passos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FAF833-A22E-3A8C-07ED-930740A7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4211"/>
            <a:ext cx="10515600" cy="34800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latin typeface="Garamond" panose="02020404030301010803" pitchFamily="18" charset="0"/>
              </a:rPr>
              <a:t>Validar consistência dos dados.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Garamond" panose="02020404030301010803" pitchFamily="18" charset="0"/>
              </a:rPr>
              <a:t>Definir metas para Turnover e Diversidade.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Garamond" panose="02020404030301010803" pitchFamily="18" charset="0"/>
              </a:rPr>
              <a:t>Desenvolver painel com dados de folha de pagamento.</a:t>
            </a:r>
          </a:p>
          <a:p>
            <a:pPr>
              <a:lnSpc>
                <a:spcPct val="150000"/>
              </a:lnSpc>
            </a:pPr>
            <a:r>
              <a:rPr lang="pt-BR" dirty="0">
                <a:latin typeface="Garamond" panose="02020404030301010803" pitchFamily="18" charset="0"/>
              </a:rPr>
              <a:t>Modelo utilizando machine learning para prever possíveis turnovers.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36517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097e182-faaa-4e50-90ae-9c7001a20bdb}" enabled="1" method="Privileged" siteId="{e7c411a6-9013-4967-a5b1-3d08f9edc13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185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Garamond</vt:lpstr>
      <vt:lpstr>Tema do Office</vt:lpstr>
      <vt:lpstr>CASE DASA ANALISTA DE DADOS SR  Vinicius Ferreira Andrade</vt:lpstr>
      <vt:lpstr>Processo de tratamento e análise</vt:lpstr>
      <vt:lpstr>Possível inconsistência de dados</vt:lpstr>
      <vt:lpstr>Turnover</vt:lpstr>
      <vt:lpstr>Turnover: Análise possíveis causas</vt:lpstr>
      <vt:lpstr>Diversidade</vt:lpstr>
      <vt:lpstr>Próximos passos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Vinicius Ferreira Andrade</dc:creator>
  <cp:lastModifiedBy>Vinicius Ferreira Andrade</cp:lastModifiedBy>
  <cp:revision>1</cp:revision>
  <dcterms:created xsi:type="dcterms:W3CDTF">2025-07-06T21:04:29Z</dcterms:created>
  <dcterms:modified xsi:type="dcterms:W3CDTF">2025-07-06T22:49:07Z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Público</vt:lpwstr>
  </property>
</Properties>
</file>